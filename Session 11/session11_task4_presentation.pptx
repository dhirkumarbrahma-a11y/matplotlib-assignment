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Calibri"/>
              </a:defRPr>
            </a:pPr>
            <a:r>
              <a:t>Session 11: Matplotlib High-Resolution Chart Export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95959"/>
                </a:solidFill>
                <a:latin typeface="Calibri"/>
              </a:defRPr>
            </a:pPr>
            <a:r>
              <a:t>Demonstrating Programmatic Image Embedding: Zomato Orders (PNG @ 150 DPI) &amp; Weekly Steps Line Plot</a:t>
            </a:r>
          </a:p>
        </p:txBody>
      </p:sp>
      <p:pic>
        <p:nvPicPr>
          <p:cNvPr id="4" name="Picture 3" descr="session11_task1_zomato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943292"/>
          </a:xfrm>
          <a:prstGeom prst="rect">
            <a:avLst/>
          </a:prstGeom>
        </p:spPr>
      </p:pic>
      <p:pic>
        <p:nvPicPr>
          <p:cNvPr id="5" name="Picture 4" descr="session11_task2_step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212080" cy="275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